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MorphOS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400"/>
              <a:t>Project: MorphOS - Real-Time Generative UI</a:t>
            </a:r>
          </a:p>
          <a:p>
            <a:r>
              <a:rPr sz="1400"/>
              <a:t>Theme: Convex (Open Innovation)</a:t>
            </a:r>
          </a:p>
          <a:p>
            <a:r>
              <a:rPr sz="1400"/>
              <a:t>Team Name &amp; ID: Synergy Squad</a:t>
            </a:r>
          </a:p>
          <a:p>
            <a:r>
              <a:rPr sz="1400"/>
              <a:t>College Name: GLA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+ Existing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/>
              <a:t>What is the problem?</a:t>
            </a:r>
          </a:p>
          <a:p>
            <a:r>
              <a:rPr sz="1400"/>
              <a:t>Software interfaces are entirely static. When users interact with AI to manage workflows, they receive a wall of text instead of an actionable, visual dashboard.</a:t>
            </a:r>
          </a:p>
          <a:p>
            <a:r>
              <a:rPr sz="1400"/>
              <a:t>Who is affected?</a:t>
            </a:r>
            <a:br/>
            <a:r>
              <a:rPr sz="1400"/>
              <a:t>Business users, project managers, and anyone relying on AI for workflow automation who are forced to switch contexts between chatbots and standard UI tools.</a:t>
            </a:r>
          </a:p>
          <a:p>
            <a:r>
              <a:rPr sz="1400"/>
              <a:t>Current solutions:</a:t>
            </a:r>
            <a:br/>
            <a:r>
              <a:rPr sz="1400"/>
              <a:t>Standard AI chatbots (text-only) or rigid SaaS dashboards (UI-only, no AI generation).</a:t>
            </a:r>
          </a:p>
          <a:p>
            <a:r>
              <a:rPr sz="1400"/>
              <a:t>Key gaps / limitations:</a:t>
            </a:r>
            <a:br/>
            <a:r>
              <a:rPr sz="1400"/>
              <a:t>Current GenAI tools lack stateful, interactive user interfaces. They cannot instantly manifest a fully functional, live-synced UI that the user can immediately interact with.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/>
              <a:t>Your idea in simple terms:</a:t>
            </a:r>
          </a:p>
          <a:p>
            <a:r>
              <a:rPr sz="1400"/>
              <a:t>An application that builds its own User Interface in real-time based on the user's immediate needs.</a:t>
            </a:r>
          </a:p>
          <a:p>
            <a:r>
              <a:rPr sz="1400"/>
              <a:t>How it solves the problem:</a:t>
            </a:r>
            <a:br/>
            <a:r>
              <a:rPr sz="1400"/>
              <a:t>You type: 'I need to track my team's project expenses.' The backend AI generates a JSON schema for a React dashboard. Convex instantly syncs this schema to the frontend, and a fully functional dashboard materializes in real-time.</a:t>
            </a:r>
          </a:p>
          <a:p>
            <a:r>
              <a:rPr sz="1400"/>
              <a:t>What makes it better than existing solutions:</a:t>
            </a:r>
            <a:br/>
            <a:r>
              <a:rPr sz="1400"/>
              <a:t>It bridges the gap between conversational AI and interactive software. By using Convex's real-time subscriptions, the UI 'morphs' instantly, and any interactions on the UI sync back to the database.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+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/>
              <a:t>System flow (Input -&gt; Process -&gt; Output):</a:t>
            </a:r>
          </a:p>
          <a:p>
            <a:r>
              <a:rPr sz="1400"/>
              <a:t>1. Input: User submits a natural language prompt via the React frontend.</a:t>
            </a:r>
          </a:p>
          <a:p>
            <a:r>
              <a:rPr sz="1400"/>
              <a:t>2. Process: Prompt is sent to a Convex Action, which securely calls an LLM to generate a JSON schema.</a:t>
            </a:r>
          </a:p>
          <a:p>
            <a:r>
              <a:rPr sz="1400"/>
              <a:t>3. Output: The schema is saved via a Convex Mutation. The frontend receives it via a Convex Query and dynamically renders the React dashboard.</a:t>
            </a:r>
          </a:p>
          <a:p>
            <a:r>
              <a:rPr sz="1400"/>
              <a:t>Components:</a:t>
            </a:r>
            <a:br/>
            <a:r>
              <a:rPr sz="1400"/>
              <a:t>- Frontend: Dynamic React renderer</a:t>
            </a:r>
            <a:br/>
            <a:r>
              <a:rPr sz="1400"/>
              <a:t>- Backend (Convex): Serverless functions, AI integration</a:t>
            </a:r>
            <a:br/>
            <a:r>
              <a:rPr sz="1400"/>
              <a:t>- AI: LLM for interpreting intent</a:t>
            </a:r>
            <a:br/>
            <a:r>
              <a:rPr sz="1400"/>
              <a:t>- DB (Convex): Real-time database</a:t>
            </a:r>
          </a:p>
          <a:p>
            <a:r>
              <a:rPr sz="1400"/>
              <a:t>Tech stack:</a:t>
            </a:r>
            <a:br/>
            <a:r>
              <a:rPr sz="1400"/>
              <a:t>- Frontend: React, Tailwind CSS</a:t>
            </a:r>
            <a:br/>
            <a:r>
              <a:rPr sz="1400"/>
              <a:t>- Backend &amp; DB: Convex (TypeScript, Queries, Mutations, Actions)</a:t>
            </a:r>
            <a:br/>
            <a:r>
              <a:rPr sz="1400"/>
              <a:t>- AI: OpenAI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/>
              <a:t>1. Real-Time UI Generation: Dashboards and tools are created on the fly and synced instantly to the screen via Convex Queries.</a:t>
            </a:r>
          </a:p>
          <a:p>
            <a:r>
              <a:rPr sz="1400"/>
              <a:t>2. Actionable Components: Interacting with generated sliders or buttons triggers Convex Mutations that update data in real-time.</a:t>
            </a:r>
          </a:p>
          <a:p>
            <a:r>
              <a:rPr sz="1400"/>
              <a:t>3. Multiplayer Collaboration: Convex is real-time by default, so multiple users in the same workspace watch the UI morph simultaneously.</a:t>
            </a:r>
          </a:p>
          <a:p>
            <a:r>
              <a:rPr sz="1400"/>
              <a:t>4. Time-Travel Memory: Every UI state is saved in the Convex Database, allowing instant undo/redo of generated variations.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+ Feasibility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/>
              <a:t>Who will benefit:</a:t>
            </a:r>
          </a:p>
          <a:p>
            <a:r>
              <a:rPr sz="1400"/>
              <a:t>Startups, non-technical founders, and enterprise teams needing customized internal tooling instantly.</a:t>
            </a:r>
          </a:p>
          <a:p>
            <a:r>
              <a:rPr sz="1400"/>
              <a:t>Real-world impact:</a:t>
            </a:r>
            <a:br/>
            <a:r>
              <a:rPr sz="1400"/>
              <a:t>Dramatically reduces the time-to-value for workflow automation. Users get the exact tool they need, exactly when they need it.</a:t>
            </a:r>
          </a:p>
          <a:p>
            <a:r>
              <a:rPr sz="1400"/>
              <a:t>Scalability:</a:t>
            </a:r>
            <a:br/>
            <a:r>
              <a:rPr sz="1400"/>
              <a:t>Highly scalable. Convex handles backend infrastructure, real-time caching, and DB management out-of-the-box.</a:t>
            </a:r>
          </a:p>
          <a:p>
            <a:r>
              <a:rPr sz="1400"/>
              <a:t>Basic feasibility:</a:t>
            </a:r>
            <a:br/>
            <a:r>
              <a:rPr sz="1400"/>
              <a:t>Extremely feasible. UI logic is client-side, backend relies on Convex's serverless tier, and LLM API costs are minimal.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+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/>
              <a:t>Demo / Prototype:</a:t>
            </a:r>
          </a:p>
          <a:p>
            <a:r>
              <a:rPr sz="1400"/>
              <a:t>(Insert Link to Vercel/Convex live deployment or insert screenshots of the prompt box transforming into a dashboard here)</a:t>
            </a:r>
          </a:p>
          <a:p>
            <a:r>
              <a:rPr sz="1400"/>
              <a:t>Conclusion:</a:t>
            </a:r>
            <a:br/>
            <a:r>
              <a:rPr sz="1400"/>
              <a:t>MorphOS transforms static AI conversations into living, breathing software interfaces, powered by the unmatched real-time speed of Convex.</a:t>
            </a:r>
          </a:p>
          <a:p>
            <a:r>
              <a:rPr sz="1400"/>
              <a:t>Why this should be selected:</a:t>
            </a:r>
            <a:br/>
            <a:r>
              <a:rPr sz="1400"/>
              <a:t>This represents the cutting edge of 'Generative UI'. It fundamentally shifts how we interact with software, made possible because we leveraged Convex's real-time subscriptions, actions, and mutations.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